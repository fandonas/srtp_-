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171"/>
    <a:srgbClr val="7F7F7F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331" autoAdjust="0"/>
  </p:normalViewPr>
  <p:slideViewPr>
    <p:cSldViewPr snapToGrid="0">
      <p:cViewPr>
        <p:scale>
          <a:sx n="100" d="100"/>
          <a:sy n="100" d="100"/>
        </p:scale>
        <p:origin x="5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00CFB5-7395-192D-FED7-16CF9803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3B841D-EBBE-7BCA-3816-A5C3FE389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A4D29A-511A-A1B3-4A1F-FE1FA6DC8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D8140-8C89-4DEE-A8BD-9844F20284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1F89E8-5C2C-F1D0-4717-22BD17BAE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F05385-496B-9493-8AAF-75A1B42BD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A2C85-247D-4957-BEA2-472875525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349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AB994F-BECB-0AB8-DD21-7A9E67CC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2E887E-2007-0D9D-EEDC-E7F4061BC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D41A92-D402-1446-D1D8-0903CCB75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D8140-8C89-4DEE-A8BD-9844F20284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AACD8B-51A1-458D-31C4-C292A35F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95B730-92A6-C69C-6D3B-574B3482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A2C85-247D-4957-BEA2-472875525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06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1FF9E-A6C1-ED4D-B262-520E2767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E9EABB-BCC5-A9DF-CA10-1BC2D3D0F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287DD7-EA9B-A809-F6B1-148B2D0C8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D8140-8C89-4DEE-A8BD-9844F20284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063B09-FC58-410D-3EF3-565911C0B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528CBD-9556-78DC-6E8A-DC84865BE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A2C85-247D-4957-BEA2-472875525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20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74EAA-46C1-B704-F280-49A8BB1C1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7903A2-C751-0C64-9B30-45CBD30C97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6F3644-501C-9609-2031-47F288D34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5F7454-2107-815D-1B22-1AF6CA04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D8140-8C89-4DEE-A8BD-9844F20284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EC80A0-587D-84C8-89C5-4908998E1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549BB3-671C-958B-6F01-C4845AFF5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A2C85-247D-4957-BEA2-472875525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621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D01A7-5EE8-F9A5-BCA8-6016E4312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B6869F-3D7D-5BC4-0A5A-7C2458A3C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4562A2-283C-9A4C-DE44-8A5EDE2A7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0E6B7A-3045-3EE1-D124-6557E48C5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D1C3E9-F2C9-0425-3DE6-296F78100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0C83C37-10A6-AB85-AB3C-0629B727B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D8140-8C89-4DEE-A8BD-9844F20284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85CFE1-7428-4312-5B7E-880A92A2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FBC4CE-1612-4538-C6AA-EBA8B2CB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A2C85-247D-4957-BEA2-472875525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905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F7FB8-2606-8C50-71B6-E0B1D607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64EA19-B761-149D-6035-24CB8CCF2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D8140-8C89-4DEE-A8BD-9844F20284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4A24E8-89D3-45DE-31D0-7505D836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08777C-7F41-764A-8569-EADDCBD78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A2C85-247D-4957-BEA2-472875525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088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7B801DD-5D1B-481D-C827-E33921838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D8140-8C89-4DEE-A8BD-9844F20284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B642B3-6964-984D-6EB9-FEA85BADB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1AEF15-0F89-89A7-62A6-9F86DA083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A2C85-247D-4957-BEA2-472875525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946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A94AD1-8113-8455-7D43-54E70605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6AB015-C34C-B23F-EFF5-55CFEA0BD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56CEA2-02F0-F597-14D5-F4227B931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95446D-DA62-BACB-7EED-D615A0950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D8140-8C89-4DEE-A8BD-9844F20284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936801-0D6C-07AA-7027-0C624CBD2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1BB7C3-F10E-6F4E-08DA-1F772A02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A2C85-247D-4957-BEA2-472875525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693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51DCA-A667-CBAC-B417-DB080BF1B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AD0CBE0-2765-59F7-B71E-373DB1200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9DF7E3-63B7-FD17-46E0-810B01A76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2B1B5F-7430-5765-0DA3-0E6DB151F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D8140-8C89-4DEE-A8BD-9844F20284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8BA8DB-88D0-7DB2-4C14-68E57913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D7030A-261A-FA11-C732-92671CAB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A2C85-247D-4957-BEA2-472875525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436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2326C-9165-34BD-0AF8-CCE62BC5F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8FFDB9-2A7B-90D3-7A14-36E94992F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63DEF0-99F8-8700-10FC-037FFA3B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D8140-8C89-4DEE-A8BD-9844F20284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AE0B3F-5A00-3201-E3D7-BFAD9B0EA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663260-C9CA-6B3F-61A2-B4AFF1880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A2C85-247D-4957-BEA2-472875525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04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68108F-6154-DAC3-FC4C-31842ABABC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F6A41F-DBB5-BC3D-5A54-310091E28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B38D6E-D8E6-06E6-4363-BF448A6B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D8140-8C89-4DEE-A8BD-9844F20284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AE3487-A412-98AA-9C7F-08A86F601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134EE6-2248-0AFD-BD4D-B611CA971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A2C85-247D-4957-BEA2-472875525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215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108725-957C-C6A7-7BDA-2C7AFF9EE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B8A303-F515-6140-101C-4F1E5D323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0D153E-F7CC-2865-7CA2-7A80B66FA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D8140-8C89-4DEE-A8BD-9844F20284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AF1045-F82C-25C4-219E-A5C421C4B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B4E5C9-CCE5-FB19-46C8-C688F65E2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A2C85-247D-4957-BEA2-472875525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977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CDDBCABF-E5AE-DA95-C92C-24F06D63DB75}"/>
              </a:ext>
            </a:extLst>
          </p:cNvPr>
          <p:cNvGrpSpPr/>
          <p:nvPr/>
        </p:nvGrpSpPr>
        <p:grpSpPr>
          <a:xfrm>
            <a:off x="650761" y="754865"/>
            <a:ext cx="1804229" cy="1691432"/>
            <a:chOff x="1537139" y="1775914"/>
            <a:chExt cx="2726136" cy="255570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D1129CED-BD3A-7884-EDCE-9B3FCD7A9101}"/>
                </a:ext>
              </a:extLst>
            </p:cNvPr>
            <p:cNvPicPr>
              <a:picLocks/>
            </p:cNvPicPr>
            <p:nvPr/>
          </p:nvPicPr>
          <p:blipFill>
            <a:blip r:embed="rId2"/>
            <a:srcRect l="33697" t="1476"/>
            <a:stretch>
              <a:fillRect/>
            </a:stretch>
          </p:blipFill>
          <p:spPr>
            <a:xfrm>
              <a:off x="1583703" y="2337847"/>
              <a:ext cx="2023411" cy="1536569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0475365-4024-0B9F-882C-DA4CF279B670}"/>
                </a:ext>
              </a:extLst>
            </p:cNvPr>
            <p:cNvPicPr>
              <a:picLocks/>
            </p:cNvPicPr>
            <p:nvPr/>
          </p:nvPicPr>
          <p:blipFill>
            <a:blip r:embed="rId2"/>
            <a:srcRect l="33697" t="1476"/>
            <a:stretch>
              <a:fillRect/>
            </a:stretch>
          </p:blipFill>
          <p:spPr>
            <a:xfrm>
              <a:off x="1736103" y="2490247"/>
              <a:ext cx="2023411" cy="1536569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12FC7AE-9084-D789-5625-D5973FFDCD4D}"/>
                </a:ext>
              </a:extLst>
            </p:cNvPr>
            <p:cNvPicPr>
              <a:picLocks/>
            </p:cNvPicPr>
            <p:nvPr/>
          </p:nvPicPr>
          <p:blipFill>
            <a:blip r:embed="rId2"/>
            <a:srcRect l="33697" t="1476"/>
            <a:stretch>
              <a:fillRect/>
            </a:stretch>
          </p:blipFill>
          <p:spPr>
            <a:xfrm>
              <a:off x="1888503" y="2642647"/>
              <a:ext cx="2023411" cy="153656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4A49FB4-5B01-C0B9-E907-8DE793A5872F}"/>
                </a:ext>
              </a:extLst>
            </p:cNvPr>
            <p:cNvPicPr>
              <a:picLocks/>
            </p:cNvPicPr>
            <p:nvPr/>
          </p:nvPicPr>
          <p:blipFill>
            <a:blip r:embed="rId2"/>
            <a:srcRect l="33697" t="1476"/>
            <a:stretch>
              <a:fillRect/>
            </a:stretch>
          </p:blipFill>
          <p:spPr>
            <a:xfrm>
              <a:off x="2040903" y="2795047"/>
              <a:ext cx="2023411" cy="1536569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7B411FA-0825-B4C4-8BD7-D9957C8D2E2F}"/>
                </a:ext>
              </a:extLst>
            </p:cNvPr>
            <p:cNvSpPr txBox="1"/>
            <p:nvPr/>
          </p:nvSpPr>
          <p:spPr>
            <a:xfrm>
              <a:off x="1537139" y="1775914"/>
              <a:ext cx="2726136" cy="511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/>
                <a:t>Supports Videos</a:t>
              </a:r>
              <a:endParaRPr lang="zh-CN" altLang="en-US" sz="1600" b="1" dirty="0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064159A9-ADCE-8D4E-9D07-37B2E65EC155}"/>
                </a:ext>
              </a:extLst>
            </p:cNvPr>
            <p:cNvSpPr/>
            <p:nvPr/>
          </p:nvSpPr>
          <p:spPr>
            <a:xfrm flipV="1">
              <a:off x="3759514" y="240375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D29AE89-A99A-0254-6E9E-E86E1FEDF398}"/>
                </a:ext>
              </a:extLst>
            </p:cNvPr>
            <p:cNvSpPr/>
            <p:nvPr/>
          </p:nvSpPr>
          <p:spPr>
            <a:xfrm flipV="1">
              <a:off x="3832189" y="248114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FEAAD9A-0361-ADC3-F7E7-E75272644FA7}"/>
                </a:ext>
              </a:extLst>
            </p:cNvPr>
            <p:cNvSpPr/>
            <p:nvPr/>
          </p:nvSpPr>
          <p:spPr>
            <a:xfrm flipV="1">
              <a:off x="3959857" y="262210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75EAB981-AF72-1880-4D15-00D6C16B57E2}"/>
                </a:ext>
              </a:extLst>
            </p:cNvPr>
            <p:cNvSpPr/>
            <p:nvPr/>
          </p:nvSpPr>
          <p:spPr>
            <a:xfrm flipV="1">
              <a:off x="3896128" y="2552735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D9C73CC0-969E-B409-4872-914B4DE107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54740" y="2276788"/>
              <a:ext cx="87527" cy="1024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015E0B02-15DC-6F19-6524-DD8B7D2513B2}"/>
                </a:ext>
              </a:extLst>
            </p:cNvPr>
            <p:cNvCxnSpPr>
              <a:cxnSpLocks/>
            </p:cNvCxnSpPr>
            <p:nvPr/>
          </p:nvCxnSpPr>
          <p:spPr>
            <a:xfrm>
              <a:off x="4025900" y="2683933"/>
              <a:ext cx="87025" cy="992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E25485A1-2086-00C9-032F-40357A687E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7114" y="2236840"/>
              <a:ext cx="77474" cy="798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9E0BD82C-F23B-4F5E-7166-DD0B6EA966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4188" y="2743250"/>
              <a:ext cx="77474" cy="798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108909A-FFB5-669B-1081-13335907CCD3}"/>
              </a:ext>
            </a:extLst>
          </p:cNvPr>
          <p:cNvCxnSpPr>
            <a:cxnSpLocks/>
          </p:cNvCxnSpPr>
          <p:nvPr/>
        </p:nvCxnSpPr>
        <p:spPr>
          <a:xfrm>
            <a:off x="2434711" y="1768716"/>
            <a:ext cx="587385" cy="0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900874DD-38D9-6BAF-07B7-C126D3A620D5}"/>
              </a:ext>
            </a:extLst>
          </p:cNvPr>
          <p:cNvGrpSpPr/>
          <p:nvPr/>
        </p:nvGrpSpPr>
        <p:grpSpPr>
          <a:xfrm>
            <a:off x="3084838" y="1251863"/>
            <a:ext cx="1174242" cy="1016934"/>
            <a:chOff x="3748330" y="1192526"/>
            <a:chExt cx="1174242" cy="1016934"/>
          </a:xfrm>
        </p:grpSpPr>
        <p:sp>
          <p:nvSpPr>
            <p:cNvPr id="50" name="流程图: 手动操作 49">
              <a:extLst>
                <a:ext uri="{FF2B5EF4-FFF2-40B4-BE49-F238E27FC236}">
                  <a16:creationId xmlns:a16="http://schemas.microsoft.com/office/drawing/2014/main" id="{3B3D5238-47BA-F776-D27C-11B6E617667A}"/>
                </a:ext>
              </a:extLst>
            </p:cNvPr>
            <p:cNvSpPr/>
            <p:nvPr/>
          </p:nvSpPr>
          <p:spPr>
            <a:xfrm rot="16200000">
              <a:off x="3826984" y="1113872"/>
              <a:ext cx="1016934" cy="1174242"/>
            </a:xfrm>
            <a:prstGeom prst="flowChartManualOperati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372D4B46-C38E-26F4-07B9-82FCDFF0EED2}"/>
                </a:ext>
              </a:extLst>
            </p:cNvPr>
            <p:cNvSpPr txBox="1"/>
            <p:nvPr/>
          </p:nvSpPr>
          <p:spPr>
            <a:xfrm>
              <a:off x="3770836" y="1351694"/>
              <a:ext cx="10749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Visual Encoder</a:t>
              </a:r>
              <a:endParaRPr lang="zh-CN" altLang="en-US" b="1" dirty="0"/>
            </a:p>
          </p:txBody>
        </p:sp>
      </p:grp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206A235D-1FEF-2B11-A869-4809673C337D}"/>
              </a:ext>
            </a:extLst>
          </p:cNvPr>
          <p:cNvCxnSpPr>
            <a:cxnSpLocks/>
          </p:cNvCxnSpPr>
          <p:nvPr/>
        </p:nvCxnSpPr>
        <p:spPr>
          <a:xfrm>
            <a:off x="4341768" y="1730202"/>
            <a:ext cx="1002554" cy="0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E54D6A78-54E8-276F-5CAF-CAE7F8699051}"/>
              </a:ext>
            </a:extLst>
          </p:cNvPr>
          <p:cNvGrpSpPr/>
          <p:nvPr/>
        </p:nvGrpSpPr>
        <p:grpSpPr>
          <a:xfrm>
            <a:off x="5426116" y="865492"/>
            <a:ext cx="437708" cy="1731709"/>
            <a:chOff x="6188694" y="105610"/>
            <a:chExt cx="437708" cy="1731709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B64ABA15-0CC4-DF32-3B00-A345C605DEBE}"/>
                </a:ext>
              </a:extLst>
            </p:cNvPr>
            <p:cNvGrpSpPr/>
            <p:nvPr/>
          </p:nvGrpSpPr>
          <p:grpSpPr>
            <a:xfrm>
              <a:off x="6188694" y="105610"/>
              <a:ext cx="437708" cy="1731709"/>
              <a:chOff x="6263752" y="589684"/>
              <a:chExt cx="437708" cy="1826355"/>
            </a:xfrm>
          </p:grpSpPr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43F9A996-A3BC-8CC7-3A40-D9A7A2485889}"/>
                  </a:ext>
                </a:extLst>
              </p:cNvPr>
              <p:cNvSpPr/>
              <p:nvPr/>
            </p:nvSpPr>
            <p:spPr>
              <a:xfrm>
                <a:off x="6263752" y="589684"/>
                <a:ext cx="437708" cy="182635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2B02506-6C02-1D97-BFE9-33D54C4BF090}"/>
                  </a:ext>
                </a:extLst>
              </p:cNvPr>
              <p:cNvSpPr/>
              <p:nvPr/>
            </p:nvSpPr>
            <p:spPr>
              <a:xfrm>
                <a:off x="6284366" y="1991017"/>
                <a:ext cx="398926" cy="3989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4428FED3-F44E-62C7-05F8-E672BF490BB5}"/>
                </a:ext>
              </a:extLst>
            </p:cNvPr>
            <p:cNvSpPr/>
            <p:nvPr/>
          </p:nvSpPr>
          <p:spPr>
            <a:xfrm>
              <a:off x="6208085" y="981213"/>
              <a:ext cx="398926" cy="39892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8D610DDF-7EA4-4C38-5FDC-7803556843FC}"/>
                </a:ext>
              </a:extLst>
            </p:cNvPr>
            <p:cNvSpPr/>
            <p:nvPr/>
          </p:nvSpPr>
          <p:spPr>
            <a:xfrm>
              <a:off x="6208085" y="555402"/>
              <a:ext cx="398926" cy="39892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28D214AF-A43B-49D2-979A-E01131B6529B}"/>
                </a:ext>
              </a:extLst>
            </p:cNvPr>
            <p:cNvSpPr/>
            <p:nvPr/>
          </p:nvSpPr>
          <p:spPr>
            <a:xfrm>
              <a:off x="6208085" y="126955"/>
              <a:ext cx="398926" cy="39892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68" name="流程图: 或者 67">
            <a:extLst>
              <a:ext uri="{FF2B5EF4-FFF2-40B4-BE49-F238E27FC236}">
                <a16:creationId xmlns:a16="http://schemas.microsoft.com/office/drawing/2014/main" id="{0776A67C-7E7E-7A9B-DA74-9F43BEAC3766}"/>
              </a:ext>
            </a:extLst>
          </p:cNvPr>
          <p:cNvSpPr/>
          <p:nvPr/>
        </p:nvSpPr>
        <p:spPr>
          <a:xfrm>
            <a:off x="6495509" y="1514716"/>
            <a:ext cx="254000" cy="254000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620192B2-98BC-4E83-F814-B830544DCD1D}"/>
              </a:ext>
            </a:extLst>
          </p:cNvPr>
          <p:cNvCxnSpPr>
            <a:cxnSpLocks/>
          </p:cNvCxnSpPr>
          <p:nvPr/>
        </p:nvCxnSpPr>
        <p:spPr>
          <a:xfrm>
            <a:off x="6013787" y="1772342"/>
            <a:ext cx="320887" cy="0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CA74BDF9-C46C-F185-AAA9-C7D19ECEA30A}"/>
              </a:ext>
            </a:extLst>
          </p:cNvPr>
          <p:cNvCxnSpPr>
            <a:cxnSpLocks/>
          </p:cNvCxnSpPr>
          <p:nvPr/>
        </p:nvCxnSpPr>
        <p:spPr>
          <a:xfrm>
            <a:off x="6865372" y="1641716"/>
            <a:ext cx="503119" cy="0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AE7A5014-0E76-2ED2-5141-0F687EBBE88B}"/>
              </a:ext>
            </a:extLst>
          </p:cNvPr>
          <p:cNvGrpSpPr/>
          <p:nvPr/>
        </p:nvGrpSpPr>
        <p:grpSpPr>
          <a:xfrm>
            <a:off x="681578" y="4694060"/>
            <a:ext cx="1738464" cy="1409075"/>
            <a:chOff x="1269914" y="3939895"/>
            <a:chExt cx="1738464" cy="1409075"/>
          </a:xfrm>
        </p:grpSpPr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1C850580-95DA-95B4-CC7C-73E921D7FC1C}"/>
                </a:ext>
              </a:extLst>
            </p:cNvPr>
            <p:cNvPicPr>
              <a:picLocks/>
            </p:cNvPicPr>
            <p:nvPr/>
          </p:nvPicPr>
          <p:blipFill>
            <a:blip r:embed="rId3"/>
            <a:srcRect l="4592" t="-3664" r="14789" b="3664"/>
            <a:stretch>
              <a:fillRect/>
            </a:stretch>
          </p:blipFill>
          <p:spPr>
            <a:xfrm>
              <a:off x="1269914" y="3955506"/>
              <a:ext cx="1339147" cy="1065371"/>
            </a:xfrm>
            <a:prstGeom prst="rect">
              <a:avLst/>
            </a:prstGeom>
          </p:spPr>
        </p:pic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AF13B099-37C0-66BE-AA05-3242653A88B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rcRect l="4592" t="-3664" r="14789" b="3664"/>
            <a:stretch>
              <a:fillRect/>
            </a:stretch>
          </p:blipFill>
          <p:spPr>
            <a:xfrm>
              <a:off x="1376788" y="4074889"/>
              <a:ext cx="1339147" cy="1065371"/>
            </a:xfrm>
            <a:prstGeom prst="rect">
              <a:avLst/>
            </a:prstGeom>
          </p:spPr>
        </p:pic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73F3CD5E-9ABC-76E9-0E9A-F5D2CC2868D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rcRect l="4592" t="-3664" r="14789" b="3664"/>
            <a:stretch>
              <a:fillRect/>
            </a:stretch>
          </p:blipFill>
          <p:spPr>
            <a:xfrm>
              <a:off x="1500112" y="4181297"/>
              <a:ext cx="1339147" cy="1065371"/>
            </a:xfrm>
            <a:prstGeom prst="rect">
              <a:avLst/>
            </a:prstGeom>
          </p:spPr>
        </p:pic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2D94428C-83C0-1AEA-76CD-AD94890143B1}"/>
                </a:ext>
              </a:extLst>
            </p:cNvPr>
            <p:cNvPicPr>
              <a:picLocks/>
            </p:cNvPicPr>
            <p:nvPr/>
          </p:nvPicPr>
          <p:blipFill>
            <a:blip r:embed="rId3"/>
            <a:srcRect l="4592" t="-3664" r="14789" b="3664"/>
            <a:stretch>
              <a:fillRect/>
            </a:stretch>
          </p:blipFill>
          <p:spPr>
            <a:xfrm>
              <a:off x="1623436" y="4283599"/>
              <a:ext cx="1339147" cy="1065371"/>
            </a:xfrm>
            <a:prstGeom prst="rect">
              <a:avLst/>
            </a:prstGeom>
          </p:spPr>
        </p:pic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4ABA92C4-EC7B-323D-E6BD-F7A0101DA11B}"/>
                </a:ext>
              </a:extLst>
            </p:cNvPr>
            <p:cNvSpPr/>
            <p:nvPr/>
          </p:nvSpPr>
          <p:spPr>
            <a:xfrm flipV="1">
              <a:off x="2748845" y="4050365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BB093B20-E4AE-93DD-D639-7E3FE351AE75}"/>
                </a:ext>
              </a:extLst>
            </p:cNvPr>
            <p:cNvSpPr/>
            <p:nvPr/>
          </p:nvSpPr>
          <p:spPr>
            <a:xfrm flipV="1">
              <a:off x="2796943" y="4101582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8625502B-7355-615A-DBB1-66125272FD05}"/>
                </a:ext>
              </a:extLst>
            </p:cNvPr>
            <p:cNvSpPr/>
            <p:nvPr/>
          </p:nvSpPr>
          <p:spPr>
            <a:xfrm flipV="1">
              <a:off x="2881437" y="4194873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0DF5A80C-E1CE-4621-73A4-91DD3C864820}"/>
                </a:ext>
              </a:extLst>
            </p:cNvPr>
            <p:cNvSpPr/>
            <p:nvPr/>
          </p:nvSpPr>
          <p:spPr>
            <a:xfrm flipV="1">
              <a:off x="2839259" y="4148963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5ACA091D-360C-EB30-8535-7049DB3A54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9502" y="3966334"/>
              <a:ext cx="57928" cy="678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7A8C82B3-D631-ADCE-E4B2-98FDB41312F4}"/>
                </a:ext>
              </a:extLst>
            </p:cNvPr>
            <p:cNvCxnSpPr>
              <a:cxnSpLocks/>
            </p:cNvCxnSpPr>
            <p:nvPr/>
          </p:nvCxnSpPr>
          <p:spPr>
            <a:xfrm>
              <a:off x="2925146" y="4235793"/>
              <a:ext cx="57595" cy="65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8CB8C4D5-7E80-9F04-F229-AED91047C4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7982" y="3939895"/>
              <a:ext cx="51274" cy="528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D57F38C1-9D7B-4BD9-C3E2-89626E80F6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7104" y="4275051"/>
              <a:ext cx="51274" cy="528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DBFC176-FA9E-9A67-35C6-1AC18C243715}"/>
              </a:ext>
            </a:extLst>
          </p:cNvPr>
          <p:cNvGrpSpPr/>
          <p:nvPr/>
        </p:nvGrpSpPr>
        <p:grpSpPr>
          <a:xfrm>
            <a:off x="4237415" y="4989873"/>
            <a:ext cx="1723092" cy="1407359"/>
            <a:chOff x="4225039" y="3727354"/>
            <a:chExt cx="1723092" cy="140735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98141E5-B4F8-FEC4-0CD0-2D509F7F1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5039" y="3783329"/>
              <a:ext cx="1331964" cy="1016754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843280E-08A9-BE22-7447-08E55A56D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9392" y="3895051"/>
              <a:ext cx="1331964" cy="1016754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F7C2A142-FB14-092F-943E-7BE14D240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0987" y="4006505"/>
              <a:ext cx="1331964" cy="1016754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B3E54202-74DB-1FE2-6F8F-7C405B452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5744" y="4117959"/>
              <a:ext cx="1331964" cy="1016754"/>
            </a:xfrm>
            <a:prstGeom prst="rect">
              <a:avLst/>
            </a:prstGeom>
          </p:spPr>
        </p:pic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E1162DE-CCCD-38C1-60D2-5BD0A7536BCB}"/>
                </a:ext>
              </a:extLst>
            </p:cNvPr>
            <p:cNvSpPr/>
            <p:nvPr/>
          </p:nvSpPr>
          <p:spPr>
            <a:xfrm flipV="1">
              <a:off x="5688598" y="3837824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10D6FB1-752A-8330-7E0E-DEFCCFFBD2B4}"/>
                </a:ext>
              </a:extLst>
            </p:cNvPr>
            <p:cNvSpPr/>
            <p:nvPr/>
          </p:nvSpPr>
          <p:spPr>
            <a:xfrm flipV="1">
              <a:off x="5736696" y="3889041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AC7AB0AC-6227-AF86-D3A0-DD5DB6C32630}"/>
                </a:ext>
              </a:extLst>
            </p:cNvPr>
            <p:cNvSpPr/>
            <p:nvPr/>
          </p:nvSpPr>
          <p:spPr>
            <a:xfrm flipV="1">
              <a:off x="5821190" y="3982332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5306FE7-B878-5A31-6C53-CA853AD74277}"/>
                </a:ext>
              </a:extLst>
            </p:cNvPr>
            <p:cNvSpPr/>
            <p:nvPr/>
          </p:nvSpPr>
          <p:spPr>
            <a:xfrm flipV="1">
              <a:off x="5779012" y="3936422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9643169A-8A3A-0CE6-10E9-E1A1143BA4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9255" y="3753793"/>
              <a:ext cx="57928" cy="678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19434E50-6634-CF3E-57C5-DBE2F77F52A7}"/>
                </a:ext>
              </a:extLst>
            </p:cNvPr>
            <p:cNvCxnSpPr>
              <a:cxnSpLocks/>
            </p:cNvCxnSpPr>
            <p:nvPr/>
          </p:nvCxnSpPr>
          <p:spPr>
            <a:xfrm>
              <a:off x="5864899" y="4023252"/>
              <a:ext cx="57595" cy="65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603093AD-6502-9BD3-DAED-14562D1F49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7735" y="3727354"/>
              <a:ext cx="51274" cy="528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38C7EB67-E30D-1E54-1798-81CCC2701D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96857" y="4062510"/>
              <a:ext cx="51274" cy="528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F0F41287-D0B3-A3DC-2352-D19FCA0D4A73}"/>
              </a:ext>
            </a:extLst>
          </p:cNvPr>
          <p:cNvSpPr txBox="1"/>
          <p:nvPr/>
        </p:nvSpPr>
        <p:spPr>
          <a:xfrm>
            <a:off x="883303" y="3429000"/>
            <a:ext cx="1497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Brush hair</a:t>
            </a:r>
            <a:endParaRPr lang="zh-CN" altLang="en-US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62B526A-2E79-9EFD-200D-B12F4A4F0652}"/>
              </a:ext>
            </a:extLst>
          </p:cNvPr>
          <p:cNvCxnSpPr>
            <a:cxnSpLocks/>
          </p:cNvCxnSpPr>
          <p:nvPr/>
        </p:nvCxnSpPr>
        <p:spPr>
          <a:xfrm>
            <a:off x="3987929" y="3738433"/>
            <a:ext cx="1002554" cy="0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E613E2F-B5BD-F197-6D88-E2154CC7E105}"/>
              </a:ext>
            </a:extLst>
          </p:cNvPr>
          <p:cNvGrpSpPr/>
          <p:nvPr/>
        </p:nvGrpSpPr>
        <p:grpSpPr>
          <a:xfrm>
            <a:off x="5122649" y="3337267"/>
            <a:ext cx="1174242" cy="1016934"/>
            <a:chOff x="3748330" y="1192526"/>
            <a:chExt cx="1174242" cy="1016934"/>
          </a:xfrm>
        </p:grpSpPr>
        <p:sp>
          <p:nvSpPr>
            <p:cNvPr id="33" name="流程图: 手动操作 32">
              <a:extLst>
                <a:ext uri="{FF2B5EF4-FFF2-40B4-BE49-F238E27FC236}">
                  <a16:creationId xmlns:a16="http://schemas.microsoft.com/office/drawing/2014/main" id="{C69177A0-2DE4-12B6-A302-C1FC19DB217B}"/>
                </a:ext>
              </a:extLst>
            </p:cNvPr>
            <p:cNvSpPr/>
            <p:nvPr/>
          </p:nvSpPr>
          <p:spPr>
            <a:xfrm rot="16200000">
              <a:off x="3826984" y="1113872"/>
              <a:ext cx="1016934" cy="1174242"/>
            </a:xfrm>
            <a:prstGeom prst="flowChartManualOperati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FFF1BF2-C9AD-7841-CCD7-91BB12C36FA7}"/>
                </a:ext>
              </a:extLst>
            </p:cNvPr>
            <p:cNvSpPr txBox="1"/>
            <p:nvPr/>
          </p:nvSpPr>
          <p:spPr>
            <a:xfrm>
              <a:off x="3770836" y="1351694"/>
              <a:ext cx="10749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Text Encoder</a:t>
              </a:r>
              <a:endParaRPr lang="zh-CN" altLang="en-US" b="1" dirty="0"/>
            </a:p>
          </p:txBody>
        </p:sp>
      </p:grp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921C6E7E-9AC4-DA66-D47F-CC108F89D1E8}"/>
              </a:ext>
            </a:extLst>
          </p:cNvPr>
          <p:cNvCxnSpPr>
            <a:cxnSpLocks/>
          </p:cNvCxnSpPr>
          <p:nvPr/>
        </p:nvCxnSpPr>
        <p:spPr>
          <a:xfrm>
            <a:off x="10045091" y="3916708"/>
            <a:ext cx="1002554" cy="0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9F6317E-4D7F-435B-9BD4-07C2B8924A31}"/>
              </a:ext>
            </a:extLst>
          </p:cNvPr>
          <p:cNvCxnSpPr>
            <a:cxnSpLocks/>
          </p:cNvCxnSpPr>
          <p:nvPr/>
        </p:nvCxnSpPr>
        <p:spPr>
          <a:xfrm flipV="1">
            <a:off x="7116932" y="2476348"/>
            <a:ext cx="0" cy="801977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7954D8FF-E70B-8067-15BC-79F314CCFEF9}"/>
              </a:ext>
            </a:extLst>
          </p:cNvPr>
          <p:cNvGrpSpPr/>
          <p:nvPr/>
        </p:nvGrpSpPr>
        <p:grpSpPr>
          <a:xfrm rot="5400000">
            <a:off x="6874734" y="1416384"/>
            <a:ext cx="2189368" cy="437708"/>
            <a:chOff x="8162402" y="1211650"/>
            <a:chExt cx="2189368" cy="437708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8F019789-75F6-F863-E56B-687A1464922E}"/>
                </a:ext>
              </a:extLst>
            </p:cNvPr>
            <p:cNvGrpSpPr/>
            <p:nvPr/>
          </p:nvGrpSpPr>
          <p:grpSpPr>
            <a:xfrm rot="5400000">
              <a:off x="9038232" y="335820"/>
              <a:ext cx="437708" cy="2189368"/>
              <a:chOff x="6188695" y="-352049"/>
              <a:chExt cx="437708" cy="2189368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1DA9E549-9D1E-9FEF-B3B3-3C1FF9D90D06}"/>
                  </a:ext>
                </a:extLst>
              </p:cNvPr>
              <p:cNvGrpSpPr/>
              <p:nvPr/>
            </p:nvGrpSpPr>
            <p:grpSpPr>
              <a:xfrm>
                <a:off x="6188695" y="-352049"/>
                <a:ext cx="437708" cy="2189368"/>
                <a:chOff x="6263753" y="107012"/>
                <a:chExt cx="437708" cy="2309027"/>
              </a:xfrm>
            </p:grpSpPr>
            <p:sp>
              <p:nvSpPr>
                <p:cNvPr id="48" name="矩形: 圆角 47">
                  <a:extLst>
                    <a:ext uri="{FF2B5EF4-FFF2-40B4-BE49-F238E27FC236}">
                      <a16:creationId xmlns:a16="http://schemas.microsoft.com/office/drawing/2014/main" id="{D4638E79-FDB2-A17A-CA88-91113B829B08}"/>
                    </a:ext>
                  </a:extLst>
                </p:cNvPr>
                <p:cNvSpPr/>
                <p:nvPr/>
              </p:nvSpPr>
              <p:spPr>
                <a:xfrm>
                  <a:off x="6263753" y="107012"/>
                  <a:ext cx="437708" cy="2309027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2CE033B6-53C2-E935-6187-ACE5D890EC32}"/>
                    </a:ext>
                  </a:extLst>
                </p:cNvPr>
                <p:cNvSpPr/>
                <p:nvPr/>
              </p:nvSpPr>
              <p:spPr>
                <a:xfrm>
                  <a:off x="6284366" y="1991017"/>
                  <a:ext cx="398926" cy="398926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009F5E7F-658C-2BAC-02CA-2DF2CB668EEE}"/>
                  </a:ext>
                </a:extLst>
              </p:cNvPr>
              <p:cNvSpPr/>
              <p:nvPr/>
            </p:nvSpPr>
            <p:spPr>
              <a:xfrm>
                <a:off x="6208085" y="981213"/>
                <a:ext cx="398926" cy="3989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6D456638-2835-B6B4-81CC-68029549D926}"/>
                  </a:ext>
                </a:extLst>
              </p:cNvPr>
              <p:cNvSpPr/>
              <p:nvPr/>
            </p:nvSpPr>
            <p:spPr>
              <a:xfrm>
                <a:off x="6208085" y="555402"/>
                <a:ext cx="398926" cy="3989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6A3095A9-4EB8-21A6-A917-26CB2673CDBD}"/>
                  </a:ext>
                </a:extLst>
              </p:cNvPr>
              <p:cNvSpPr/>
              <p:nvPr/>
            </p:nvSpPr>
            <p:spPr>
              <a:xfrm>
                <a:off x="6208085" y="126955"/>
                <a:ext cx="398926" cy="3989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3439ED2A-3013-BB56-2662-9C1EC03E37C3}"/>
                </a:ext>
              </a:extLst>
            </p:cNvPr>
            <p:cNvSpPr/>
            <p:nvPr/>
          </p:nvSpPr>
          <p:spPr>
            <a:xfrm rot="5400000">
              <a:off x="9912805" y="1236734"/>
              <a:ext cx="398926" cy="39892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rgbClr val="7671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8DCE880D-4912-3114-A8B2-1CF81B77D112}"/>
              </a:ext>
            </a:extLst>
          </p:cNvPr>
          <p:cNvCxnSpPr>
            <a:cxnSpLocks/>
          </p:cNvCxnSpPr>
          <p:nvPr/>
        </p:nvCxnSpPr>
        <p:spPr>
          <a:xfrm>
            <a:off x="2071999" y="3619578"/>
            <a:ext cx="362712" cy="0"/>
          </a:xfrm>
          <a:prstGeom prst="straightConnector1">
            <a:avLst/>
          </a:prstGeom>
          <a:ln w="22225">
            <a:solidFill>
              <a:schemeClr val="bg2">
                <a:lumMod val="50000"/>
              </a:schemeClr>
            </a:solidFill>
            <a:tailEnd type="triangle"/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B835F40C-19F8-51B3-1C6F-F0721C04AFAC}"/>
              </a:ext>
            </a:extLst>
          </p:cNvPr>
          <p:cNvGrpSpPr/>
          <p:nvPr/>
        </p:nvGrpSpPr>
        <p:grpSpPr>
          <a:xfrm>
            <a:off x="2534543" y="2877336"/>
            <a:ext cx="1333896" cy="1779951"/>
            <a:chOff x="2546639" y="2983995"/>
            <a:chExt cx="682202" cy="1506217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CA3F35AD-F74E-5BB2-9969-093625C2F765}"/>
                </a:ext>
              </a:extLst>
            </p:cNvPr>
            <p:cNvSpPr/>
            <p:nvPr/>
          </p:nvSpPr>
          <p:spPr>
            <a:xfrm>
              <a:off x="2546639" y="2983995"/>
              <a:ext cx="682202" cy="150621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1A1C397B-6690-ACC6-9679-85B7425BD628}"/>
                </a:ext>
              </a:extLst>
            </p:cNvPr>
            <p:cNvSpPr txBox="1"/>
            <p:nvPr/>
          </p:nvSpPr>
          <p:spPr>
            <a:xfrm>
              <a:off x="2553104" y="3404499"/>
              <a:ext cx="652421" cy="546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LLM</a:t>
              </a:r>
            </a:p>
            <a:p>
              <a:pPr algn="ctr"/>
              <a:r>
                <a:rPr lang="en-US" altLang="zh-CN" b="1" dirty="0"/>
                <a:t>Enhanced</a:t>
              </a:r>
              <a:endParaRPr lang="zh-CN" altLang="en-US" b="1" dirty="0"/>
            </a:p>
          </p:txBody>
        </p: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4B7F9951-6819-BA21-DB77-C96A07FE4E87}"/>
              </a:ext>
            </a:extLst>
          </p:cNvPr>
          <p:cNvGrpSpPr/>
          <p:nvPr/>
        </p:nvGrpSpPr>
        <p:grpSpPr>
          <a:xfrm>
            <a:off x="7116931" y="5063628"/>
            <a:ext cx="3367145" cy="1439962"/>
            <a:chOff x="3454834" y="3170048"/>
            <a:chExt cx="3367145" cy="1439962"/>
          </a:xfrm>
        </p:grpSpPr>
        <p:sp>
          <p:nvSpPr>
            <p:cNvPr id="121" name="矩形: 圆角 120">
              <a:extLst>
                <a:ext uri="{FF2B5EF4-FFF2-40B4-BE49-F238E27FC236}">
                  <a16:creationId xmlns:a16="http://schemas.microsoft.com/office/drawing/2014/main" id="{F045C976-D6F8-2A11-D3FD-0DE0EB03EA60}"/>
                </a:ext>
              </a:extLst>
            </p:cNvPr>
            <p:cNvSpPr/>
            <p:nvPr/>
          </p:nvSpPr>
          <p:spPr>
            <a:xfrm>
              <a:off x="3472680" y="3170048"/>
              <a:ext cx="3349299" cy="87263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C5A4EAEA-D004-2F38-9893-766A7A9C49B6}"/>
                </a:ext>
              </a:extLst>
            </p:cNvPr>
            <p:cNvSpPr txBox="1"/>
            <p:nvPr/>
          </p:nvSpPr>
          <p:spPr>
            <a:xfrm>
              <a:off x="3454834" y="3194238"/>
              <a:ext cx="3362807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/>
                <a:t>Stage 1: a person raises a brush to their head</a:t>
              </a:r>
            </a:p>
            <a:p>
              <a:r>
                <a:rPr lang="en-US" altLang="zh-CN" sz="1000" b="1" dirty="0"/>
                <a:t>Stage 2: moves the brush through their hair repeatedly</a:t>
              </a:r>
            </a:p>
            <a:p>
              <a:endParaRPr lang="en-US" altLang="zh-CN" sz="1000" b="1" dirty="0"/>
            </a:p>
            <a:p>
              <a:endParaRPr lang="en-US" altLang="zh-CN" sz="1000" b="1" dirty="0"/>
            </a:p>
            <a:p>
              <a:r>
                <a:rPr lang="en-US" altLang="zh-CN" sz="1000" b="1" dirty="0"/>
                <a:t>Stage n:  ……</a:t>
              </a:r>
            </a:p>
            <a:p>
              <a:endParaRPr lang="en-US" altLang="zh-CN" dirty="0"/>
            </a:p>
            <a:p>
              <a:endParaRPr lang="zh-CN" altLang="en-US" dirty="0"/>
            </a:p>
          </p:txBody>
        </p: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472536B7-A36C-5F3F-7457-1F32E804C29E}"/>
                </a:ext>
              </a:extLst>
            </p:cNvPr>
            <p:cNvGrpSpPr/>
            <p:nvPr/>
          </p:nvGrpSpPr>
          <p:grpSpPr>
            <a:xfrm rot="2670772">
              <a:off x="3668237" y="3613449"/>
              <a:ext cx="182333" cy="194698"/>
              <a:chOff x="7028857" y="5016312"/>
              <a:chExt cx="182333" cy="194698"/>
            </a:xfrm>
          </p:grpSpPr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A4FDD1FD-9680-83A9-9F84-DFC96322F74A}"/>
                  </a:ext>
                </a:extLst>
              </p:cNvPr>
              <p:cNvSpPr/>
              <p:nvPr/>
            </p:nvSpPr>
            <p:spPr>
              <a:xfrm rot="1734186" flipV="1">
                <a:off x="7028857" y="501631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椭圆 124">
                <a:extLst>
                  <a:ext uri="{FF2B5EF4-FFF2-40B4-BE49-F238E27FC236}">
                    <a16:creationId xmlns:a16="http://schemas.microsoft.com/office/drawing/2014/main" id="{FB352093-1047-0581-933B-83F2034EB174}"/>
                  </a:ext>
                </a:extLst>
              </p:cNvPr>
              <p:cNvSpPr/>
              <p:nvPr/>
            </p:nvSpPr>
            <p:spPr>
              <a:xfrm rot="1734186" flipV="1">
                <a:off x="7101532" y="509370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椭圆 126">
                <a:extLst>
                  <a:ext uri="{FF2B5EF4-FFF2-40B4-BE49-F238E27FC236}">
                    <a16:creationId xmlns:a16="http://schemas.microsoft.com/office/drawing/2014/main" id="{C11CC313-0026-F53D-677E-D18DF723ECE2}"/>
                  </a:ext>
                </a:extLst>
              </p:cNvPr>
              <p:cNvSpPr/>
              <p:nvPr/>
            </p:nvSpPr>
            <p:spPr>
              <a:xfrm rot="1734186" flipV="1">
                <a:off x="7165471" y="516529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5DF0C73D-F458-4ED1-F907-534D1062050A}"/>
              </a:ext>
            </a:extLst>
          </p:cNvPr>
          <p:cNvGrpSpPr/>
          <p:nvPr/>
        </p:nvGrpSpPr>
        <p:grpSpPr>
          <a:xfrm>
            <a:off x="7332247" y="2836424"/>
            <a:ext cx="437708" cy="1731709"/>
            <a:chOff x="6188694" y="105610"/>
            <a:chExt cx="437708" cy="1731709"/>
          </a:xfrm>
        </p:grpSpPr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2F3453ED-8677-4FE5-0B3A-700F34DB99B7}"/>
                </a:ext>
              </a:extLst>
            </p:cNvPr>
            <p:cNvGrpSpPr/>
            <p:nvPr/>
          </p:nvGrpSpPr>
          <p:grpSpPr>
            <a:xfrm>
              <a:off x="6188694" y="105610"/>
              <a:ext cx="437708" cy="1731709"/>
              <a:chOff x="6263752" y="589684"/>
              <a:chExt cx="437708" cy="1826355"/>
            </a:xfrm>
          </p:grpSpPr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BB8B8B66-60B4-06A2-ABED-6A068A84DD7A}"/>
                  </a:ext>
                </a:extLst>
              </p:cNvPr>
              <p:cNvSpPr/>
              <p:nvPr/>
            </p:nvSpPr>
            <p:spPr>
              <a:xfrm>
                <a:off x="6263752" y="589684"/>
                <a:ext cx="437708" cy="182635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26B1E6EF-B165-A2F1-3EC3-3C391211D610}"/>
                  </a:ext>
                </a:extLst>
              </p:cNvPr>
              <p:cNvSpPr/>
              <p:nvPr/>
            </p:nvSpPr>
            <p:spPr>
              <a:xfrm>
                <a:off x="6284366" y="1991017"/>
                <a:ext cx="398926" cy="398926"/>
              </a:xfrm>
              <a:prstGeom prst="ellipse">
                <a:avLst/>
              </a:prstGeom>
              <a:solidFill>
                <a:srgbClr val="767171"/>
              </a:solidFill>
              <a:ln>
                <a:solidFill>
                  <a:srgbClr val="76717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9326B32A-1588-B4BC-5D94-8FC73A5226E7}"/>
                </a:ext>
              </a:extLst>
            </p:cNvPr>
            <p:cNvSpPr/>
            <p:nvPr/>
          </p:nvSpPr>
          <p:spPr>
            <a:xfrm>
              <a:off x="6208085" y="981213"/>
              <a:ext cx="398926" cy="398926"/>
            </a:xfrm>
            <a:prstGeom prst="ellipse">
              <a:avLst/>
            </a:prstGeom>
            <a:solidFill>
              <a:srgbClr val="767171"/>
            </a:solidFill>
            <a:ln>
              <a:solidFill>
                <a:srgbClr val="7671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F8125AEE-6942-B5F7-BFF7-227DEBF03AE7}"/>
                </a:ext>
              </a:extLst>
            </p:cNvPr>
            <p:cNvSpPr/>
            <p:nvPr/>
          </p:nvSpPr>
          <p:spPr>
            <a:xfrm>
              <a:off x="6208085" y="555402"/>
              <a:ext cx="398926" cy="398926"/>
            </a:xfrm>
            <a:prstGeom prst="ellipse">
              <a:avLst/>
            </a:prstGeom>
            <a:solidFill>
              <a:srgbClr val="767171"/>
            </a:solidFill>
            <a:ln>
              <a:solidFill>
                <a:srgbClr val="7671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E48145EA-33B4-EBD2-6582-F670957D7940}"/>
                </a:ext>
              </a:extLst>
            </p:cNvPr>
            <p:cNvSpPr/>
            <p:nvPr/>
          </p:nvSpPr>
          <p:spPr>
            <a:xfrm>
              <a:off x="6208085" y="126955"/>
              <a:ext cx="398926" cy="398926"/>
            </a:xfrm>
            <a:prstGeom prst="ellipse">
              <a:avLst/>
            </a:prstGeom>
            <a:solidFill>
              <a:srgbClr val="767171"/>
            </a:solidFill>
            <a:ln>
              <a:solidFill>
                <a:srgbClr val="7671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114943FD-CE58-F917-B207-6F982B974FE1}"/>
              </a:ext>
            </a:extLst>
          </p:cNvPr>
          <p:cNvGrpSpPr/>
          <p:nvPr/>
        </p:nvGrpSpPr>
        <p:grpSpPr>
          <a:xfrm>
            <a:off x="8447126" y="865492"/>
            <a:ext cx="2895706" cy="1931927"/>
            <a:chOff x="6059157" y="2651255"/>
            <a:chExt cx="792529" cy="1506217"/>
          </a:xfrm>
        </p:grpSpPr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4F7A8627-FD81-E0A1-9D9A-BA0E30DE8880}"/>
                </a:ext>
              </a:extLst>
            </p:cNvPr>
            <p:cNvSpPr/>
            <p:nvPr/>
          </p:nvSpPr>
          <p:spPr>
            <a:xfrm>
              <a:off x="6117094" y="2651255"/>
              <a:ext cx="676655" cy="1506217"/>
            </a:xfrm>
            <a:prstGeom prst="roundRect">
              <a:avLst/>
            </a:prstGeom>
            <a:solidFill>
              <a:srgbClr val="F4B183"/>
            </a:solidFill>
            <a:ln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38CE56F6-685D-228D-D31B-30135B005715}"/>
                </a:ext>
              </a:extLst>
            </p:cNvPr>
            <p:cNvSpPr txBox="1"/>
            <p:nvPr/>
          </p:nvSpPr>
          <p:spPr>
            <a:xfrm>
              <a:off x="6059157" y="3143715"/>
              <a:ext cx="792529" cy="5039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Multi-Modal</a:t>
              </a:r>
            </a:p>
            <a:p>
              <a:pPr algn="ctr"/>
              <a:r>
                <a:rPr lang="en-US" altLang="zh-CN" b="1" dirty="0"/>
                <a:t>Temporal Transformer</a:t>
              </a:r>
              <a:endParaRPr lang="zh-CN" altLang="en-US" b="1" dirty="0"/>
            </a:p>
          </p:txBody>
        </p:sp>
      </p:grp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62C48038-39D0-2A76-0F3C-8BB47297ADDF}"/>
              </a:ext>
            </a:extLst>
          </p:cNvPr>
          <p:cNvCxnSpPr>
            <a:cxnSpLocks/>
          </p:cNvCxnSpPr>
          <p:nvPr/>
        </p:nvCxnSpPr>
        <p:spPr>
          <a:xfrm>
            <a:off x="8290560" y="1768716"/>
            <a:ext cx="375747" cy="3416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028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>
            <a:extLst>
              <a:ext uri="{FF2B5EF4-FFF2-40B4-BE49-F238E27FC236}">
                <a16:creationId xmlns:a16="http://schemas.microsoft.com/office/drawing/2014/main" id="{4CE66D87-3D0A-5A38-DBA0-3056D263F111}"/>
              </a:ext>
            </a:extLst>
          </p:cNvPr>
          <p:cNvSpPr/>
          <p:nvPr/>
        </p:nvSpPr>
        <p:spPr>
          <a:xfrm flipV="1">
            <a:off x="843384" y="110577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E226265-5AD9-D594-F0EE-FD7802E92B20}"/>
              </a:ext>
            </a:extLst>
          </p:cNvPr>
          <p:cNvSpPr/>
          <p:nvPr/>
        </p:nvSpPr>
        <p:spPr>
          <a:xfrm flipV="1">
            <a:off x="916059" y="118316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61EA701-8910-1DD9-A7EF-44378F4F4C5D}"/>
              </a:ext>
            </a:extLst>
          </p:cNvPr>
          <p:cNvSpPr/>
          <p:nvPr/>
        </p:nvSpPr>
        <p:spPr>
          <a:xfrm flipV="1">
            <a:off x="1043727" y="132412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CEFA513-2FCA-5F9C-8B59-BA6FFC38C2C8}"/>
              </a:ext>
            </a:extLst>
          </p:cNvPr>
          <p:cNvSpPr/>
          <p:nvPr/>
        </p:nvSpPr>
        <p:spPr>
          <a:xfrm flipV="1">
            <a:off x="979998" y="125475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F2AD2DB-7F33-1B9B-DD1E-CD44469DAF27}"/>
              </a:ext>
            </a:extLst>
          </p:cNvPr>
          <p:cNvCxnSpPr>
            <a:cxnSpLocks/>
          </p:cNvCxnSpPr>
          <p:nvPr/>
        </p:nvCxnSpPr>
        <p:spPr>
          <a:xfrm>
            <a:off x="563547" y="286639"/>
            <a:ext cx="1006078" cy="1100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906BE7-F1FA-1B6D-204E-65F70C6E6B71}"/>
              </a:ext>
            </a:extLst>
          </p:cNvPr>
          <p:cNvGrpSpPr/>
          <p:nvPr/>
        </p:nvGrpSpPr>
        <p:grpSpPr>
          <a:xfrm>
            <a:off x="2518483" y="1907218"/>
            <a:ext cx="2189368" cy="437708"/>
            <a:chOff x="8162402" y="1211650"/>
            <a:chExt cx="2189368" cy="437708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A1C5B68-64D1-D5F7-8EB8-5061734D23C2}"/>
                </a:ext>
              </a:extLst>
            </p:cNvPr>
            <p:cNvGrpSpPr/>
            <p:nvPr/>
          </p:nvGrpSpPr>
          <p:grpSpPr>
            <a:xfrm rot="5400000">
              <a:off x="9038232" y="335820"/>
              <a:ext cx="437708" cy="2189368"/>
              <a:chOff x="6188695" y="-352049"/>
              <a:chExt cx="437708" cy="2189368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A98907F0-4EB7-1FE5-7CFC-5536995B8722}"/>
                  </a:ext>
                </a:extLst>
              </p:cNvPr>
              <p:cNvGrpSpPr/>
              <p:nvPr/>
            </p:nvGrpSpPr>
            <p:grpSpPr>
              <a:xfrm>
                <a:off x="6188695" y="-352049"/>
                <a:ext cx="437708" cy="2189368"/>
                <a:chOff x="6263753" y="107012"/>
                <a:chExt cx="437708" cy="2309027"/>
              </a:xfrm>
            </p:grpSpPr>
            <p:sp>
              <p:nvSpPr>
                <p:cNvPr id="9" name="矩形: 圆角 8">
                  <a:extLst>
                    <a:ext uri="{FF2B5EF4-FFF2-40B4-BE49-F238E27FC236}">
                      <a16:creationId xmlns:a16="http://schemas.microsoft.com/office/drawing/2014/main" id="{FD8BCAC8-2045-9D49-84E9-C70525C29F99}"/>
                    </a:ext>
                  </a:extLst>
                </p:cNvPr>
                <p:cNvSpPr/>
                <p:nvPr/>
              </p:nvSpPr>
              <p:spPr>
                <a:xfrm>
                  <a:off x="6263753" y="107012"/>
                  <a:ext cx="437708" cy="2309027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F921C8A8-E3C4-2B5F-C7C2-48291850D5A7}"/>
                    </a:ext>
                  </a:extLst>
                </p:cNvPr>
                <p:cNvSpPr/>
                <p:nvPr/>
              </p:nvSpPr>
              <p:spPr>
                <a:xfrm>
                  <a:off x="6284366" y="1991017"/>
                  <a:ext cx="398926" cy="398926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3BC1C2A2-AE83-E5A9-3899-ABF1899F9836}"/>
                  </a:ext>
                </a:extLst>
              </p:cNvPr>
              <p:cNvSpPr/>
              <p:nvPr/>
            </p:nvSpPr>
            <p:spPr>
              <a:xfrm>
                <a:off x="6208085" y="981213"/>
                <a:ext cx="398926" cy="3989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8A1CDCCB-6E7A-017F-5ACA-C6D8F2810FA2}"/>
                  </a:ext>
                </a:extLst>
              </p:cNvPr>
              <p:cNvSpPr/>
              <p:nvPr/>
            </p:nvSpPr>
            <p:spPr>
              <a:xfrm>
                <a:off x="6208085" y="555402"/>
                <a:ext cx="398926" cy="3989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3248FCD9-78E3-0F93-3F45-80C6FB528B07}"/>
                  </a:ext>
                </a:extLst>
              </p:cNvPr>
              <p:cNvSpPr/>
              <p:nvPr/>
            </p:nvSpPr>
            <p:spPr>
              <a:xfrm>
                <a:off x="6208085" y="126955"/>
                <a:ext cx="398926" cy="3989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BBEC531-12CB-3B7E-ED6B-124B357A894B}"/>
                </a:ext>
              </a:extLst>
            </p:cNvPr>
            <p:cNvSpPr/>
            <p:nvPr/>
          </p:nvSpPr>
          <p:spPr>
            <a:xfrm rot="5400000">
              <a:off x="9912805" y="1236734"/>
              <a:ext cx="398926" cy="39892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rgbClr val="7671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E0EC220-1B03-E686-8656-7025B9130EAD}"/>
              </a:ext>
            </a:extLst>
          </p:cNvPr>
          <p:cNvGrpSpPr/>
          <p:nvPr/>
        </p:nvGrpSpPr>
        <p:grpSpPr>
          <a:xfrm>
            <a:off x="2530713" y="2503611"/>
            <a:ext cx="2189368" cy="437708"/>
            <a:chOff x="8162402" y="1211650"/>
            <a:chExt cx="2189368" cy="437708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26DE23F-1D5F-F372-94C8-DED1E4E1F40C}"/>
                </a:ext>
              </a:extLst>
            </p:cNvPr>
            <p:cNvGrpSpPr/>
            <p:nvPr/>
          </p:nvGrpSpPr>
          <p:grpSpPr>
            <a:xfrm rot="5400000">
              <a:off x="9038232" y="335820"/>
              <a:ext cx="437708" cy="2189368"/>
              <a:chOff x="6188695" y="-352049"/>
              <a:chExt cx="437708" cy="2189368"/>
            </a:xfrm>
          </p:grpSpPr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11527867-D26B-1DDB-7247-F37A1EA0D927}"/>
                  </a:ext>
                </a:extLst>
              </p:cNvPr>
              <p:cNvGrpSpPr/>
              <p:nvPr/>
            </p:nvGrpSpPr>
            <p:grpSpPr>
              <a:xfrm>
                <a:off x="6188695" y="-352049"/>
                <a:ext cx="437708" cy="2189368"/>
                <a:chOff x="6263753" y="107012"/>
                <a:chExt cx="437708" cy="2309027"/>
              </a:xfrm>
            </p:grpSpPr>
            <p:sp>
              <p:nvSpPr>
                <p:cNvPr id="23" name="矩形: 圆角 22">
                  <a:extLst>
                    <a:ext uri="{FF2B5EF4-FFF2-40B4-BE49-F238E27FC236}">
                      <a16:creationId xmlns:a16="http://schemas.microsoft.com/office/drawing/2014/main" id="{95E122B5-ED1A-73CF-A5C0-5ABC0DC574FB}"/>
                    </a:ext>
                  </a:extLst>
                </p:cNvPr>
                <p:cNvSpPr/>
                <p:nvPr/>
              </p:nvSpPr>
              <p:spPr>
                <a:xfrm>
                  <a:off x="6263753" y="107012"/>
                  <a:ext cx="437708" cy="2309027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6D6C70F8-68E6-2AE4-D31F-191C82DDD7AD}"/>
                    </a:ext>
                  </a:extLst>
                </p:cNvPr>
                <p:cNvSpPr/>
                <p:nvPr/>
              </p:nvSpPr>
              <p:spPr>
                <a:xfrm>
                  <a:off x="6284366" y="1991017"/>
                  <a:ext cx="398926" cy="398926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2A98B797-7D30-4645-5206-3433B38403EC}"/>
                  </a:ext>
                </a:extLst>
              </p:cNvPr>
              <p:cNvSpPr/>
              <p:nvPr/>
            </p:nvSpPr>
            <p:spPr>
              <a:xfrm>
                <a:off x="6208085" y="981213"/>
                <a:ext cx="398926" cy="3989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DC2BFF27-40BD-1FB2-4D8D-9550014DE628}"/>
                  </a:ext>
                </a:extLst>
              </p:cNvPr>
              <p:cNvSpPr/>
              <p:nvPr/>
            </p:nvSpPr>
            <p:spPr>
              <a:xfrm>
                <a:off x="6208085" y="555402"/>
                <a:ext cx="398926" cy="3989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939EC00D-04EA-3D4A-F45C-6089018F6E8E}"/>
                  </a:ext>
                </a:extLst>
              </p:cNvPr>
              <p:cNvSpPr/>
              <p:nvPr/>
            </p:nvSpPr>
            <p:spPr>
              <a:xfrm>
                <a:off x="6208085" y="126955"/>
                <a:ext cx="398926" cy="3989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82F411F-2267-D0F3-17A8-6D59A5EBC1B1}"/>
                </a:ext>
              </a:extLst>
            </p:cNvPr>
            <p:cNvSpPr/>
            <p:nvPr/>
          </p:nvSpPr>
          <p:spPr>
            <a:xfrm rot="5400000">
              <a:off x="9912805" y="1236734"/>
              <a:ext cx="398926" cy="39892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rgbClr val="7671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209031C-52BC-9A41-AF7D-F8EF5E7362A4}"/>
              </a:ext>
            </a:extLst>
          </p:cNvPr>
          <p:cNvGrpSpPr/>
          <p:nvPr/>
        </p:nvGrpSpPr>
        <p:grpSpPr>
          <a:xfrm>
            <a:off x="2519723" y="3080883"/>
            <a:ext cx="2189368" cy="437708"/>
            <a:chOff x="8162402" y="1211650"/>
            <a:chExt cx="2189368" cy="43770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B4224C5-7D23-3B4C-89FF-D38788E81E4E}"/>
                </a:ext>
              </a:extLst>
            </p:cNvPr>
            <p:cNvGrpSpPr/>
            <p:nvPr/>
          </p:nvGrpSpPr>
          <p:grpSpPr>
            <a:xfrm rot="5400000">
              <a:off x="9038232" y="335820"/>
              <a:ext cx="437708" cy="2189368"/>
              <a:chOff x="6188695" y="-352049"/>
              <a:chExt cx="437708" cy="2189368"/>
            </a:xfrm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8691C7BF-45E0-2D1D-6416-FD89554A42F2}"/>
                  </a:ext>
                </a:extLst>
              </p:cNvPr>
              <p:cNvGrpSpPr/>
              <p:nvPr/>
            </p:nvGrpSpPr>
            <p:grpSpPr>
              <a:xfrm>
                <a:off x="6188695" y="-352049"/>
                <a:ext cx="437708" cy="2189368"/>
                <a:chOff x="6263753" y="107012"/>
                <a:chExt cx="437708" cy="2309027"/>
              </a:xfrm>
            </p:grpSpPr>
            <p:sp>
              <p:nvSpPr>
                <p:cNvPr id="32" name="矩形: 圆角 31">
                  <a:extLst>
                    <a:ext uri="{FF2B5EF4-FFF2-40B4-BE49-F238E27FC236}">
                      <a16:creationId xmlns:a16="http://schemas.microsoft.com/office/drawing/2014/main" id="{92575B7B-DD49-6296-C8CF-8F018F7BB6FC}"/>
                    </a:ext>
                  </a:extLst>
                </p:cNvPr>
                <p:cNvSpPr/>
                <p:nvPr/>
              </p:nvSpPr>
              <p:spPr>
                <a:xfrm>
                  <a:off x="6263753" y="107012"/>
                  <a:ext cx="437708" cy="2309027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B042F31C-CA85-FC3C-7EE3-F1FE7868FF24}"/>
                    </a:ext>
                  </a:extLst>
                </p:cNvPr>
                <p:cNvSpPr/>
                <p:nvPr/>
              </p:nvSpPr>
              <p:spPr>
                <a:xfrm>
                  <a:off x="6284366" y="1991017"/>
                  <a:ext cx="398926" cy="398926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1985C995-768C-F2E1-614C-CAAA2DD40CB3}"/>
                  </a:ext>
                </a:extLst>
              </p:cNvPr>
              <p:cNvSpPr/>
              <p:nvPr/>
            </p:nvSpPr>
            <p:spPr>
              <a:xfrm>
                <a:off x="6208085" y="981213"/>
                <a:ext cx="398926" cy="3989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12C7D52A-2781-CD1D-5C47-DC27AB3B865D}"/>
                  </a:ext>
                </a:extLst>
              </p:cNvPr>
              <p:cNvSpPr/>
              <p:nvPr/>
            </p:nvSpPr>
            <p:spPr>
              <a:xfrm>
                <a:off x="6208085" y="555402"/>
                <a:ext cx="398926" cy="3989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D590534A-365C-D3F9-5E99-0BFDDB85EC08}"/>
                  </a:ext>
                </a:extLst>
              </p:cNvPr>
              <p:cNvSpPr/>
              <p:nvPr/>
            </p:nvSpPr>
            <p:spPr>
              <a:xfrm>
                <a:off x="6208085" y="126955"/>
                <a:ext cx="398926" cy="3989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7A83E1AE-3BEB-EF67-4D63-A3543227739B}"/>
                </a:ext>
              </a:extLst>
            </p:cNvPr>
            <p:cNvSpPr/>
            <p:nvPr/>
          </p:nvSpPr>
          <p:spPr>
            <a:xfrm rot="5400000">
              <a:off x="9912805" y="1236734"/>
              <a:ext cx="398926" cy="39892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rgbClr val="7671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C415242-8124-7730-A7AF-CD430FB49B03}"/>
              </a:ext>
            </a:extLst>
          </p:cNvPr>
          <p:cNvCxnSpPr>
            <a:cxnSpLocks/>
          </p:cNvCxnSpPr>
          <p:nvPr/>
        </p:nvCxnSpPr>
        <p:spPr>
          <a:xfrm>
            <a:off x="4902855" y="2733674"/>
            <a:ext cx="1193145" cy="0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5EBC0D4C-E722-298A-1E20-C466CE9E9A74}"/>
              </a:ext>
            </a:extLst>
          </p:cNvPr>
          <p:cNvGrpSpPr/>
          <p:nvPr/>
        </p:nvGrpSpPr>
        <p:grpSpPr>
          <a:xfrm>
            <a:off x="7619939" y="2126070"/>
            <a:ext cx="2895706" cy="1931927"/>
            <a:chOff x="6059157" y="2651255"/>
            <a:chExt cx="792529" cy="1506217"/>
          </a:xfrm>
        </p:grpSpPr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FE3C1BE9-6FC9-0A45-6AF6-31AAFB513B18}"/>
                </a:ext>
              </a:extLst>
            </p:cNvPr>
            <p:cNvSpPr/>
            <p:nvPr/>
          </p:nvSpPr>
          <p:spPr>
            <a:xfrm>
              <a:off x="6117094" y="2651255"/>
              <a:ext cx="676655" cy="1506217"/>
            </a:xfrm>
            <a:prstGeom prst="roundRect">
              <a:avLst/>
            </a:prstGeom>
            <a:solidFill>
              <a:srgbClr val="F4B183"/>
            </a:solidFill>
            <a:ln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5931C2BC-5459-494C-B4E8-3CDF3AE465A3}"/>
                </a:ext>
              </a:extLst>
            </p:cNvPr>
            <p:cNvSpPr txBox="1"/>
            <p:nvPr/>
          </p:nvSpPr>
          <p:spPr>
            <a:xfrm>
              <a:off x="6059157" y="3143715"/>
              <a:ext cx="792529" cy="5039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Multi-Modal</a:t>
              </a:r>
            </a:p>
            <a:p>
              <a:pPr algn="ctr"/>
              <a:r>
                <a:rPr lang="en-US" altLang="zh-CN" b="1" dirty="0"/>
                <a:t>Temporal Transformer</a:t>
              </a:r>
              <a:endParaRPr lang="zh-CN" altLang="en-US" b="1" dirty="0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BDD01DC-FAB1-BE1C-34E2-915EC3357601}"/>
              </a:ext>
            </a:extLst>
          </p:cNvPr>
          <p:cNvGrpSpPr/>
          <p:nvPr/>
        </p:nvGrpSpPr>
        <p:grpSpPr>
          <a:xfrm>
            <a:off x="2122218" y="4679375"/>
            <a:ext cx="792529" cy="1506217"/>
            <a:chOff x="6067487" y="2651255"/>
            <a:chExt cx="792529" cy="1506217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5271F711-4897-53A7-617E-00C2C32E2E59}"/>
                </a:ext>
              </a:extLst>
            </p:cNvPr>
            <p:cNvSpPr/>
            <p:nvPr/>
          </p:nvSpPr>
          <p:spPr>
            <a:xfrm>
              <a:off x="6117094" y="2651255"/>
              <a:ext cx="676655" cy="1506217"/>
            </a:xfrm>
            <a:prstGeom prst="roundRect">
              <a:avLst/>
            </a:prstGeom>
            <a:solidFill>
              <a:srgbClr val="F4B183"/>
            </a:solidFill>
            <a:ln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70580737-BF50-6B3D-5F34-2C6A1EDB95F5}"/>
                </a:ext>
              </a:extLst>
            </p:cNvPr>
            <p:cNvSpPr txBox="1"/>
            <p:nvPr/>
          </p:nvSpPr>
          <p:spPr>
            <a:xfrm>
              <a:off x="6067487" y="3080883"/>
              <a:ext cx="7925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Layer</a:t>
              </a:r>
            </a:p>
            <a:p>
              <a:pPr algn="ctr"/>
              <a:r>
                <a:rPr lang="en-US" altLang="zh-CN" b="1" dirty="0"/>
                <a:t>Norm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20562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5DFFB25F-EAA7-A8B9-1476-E3D9777996DB}"/>
              </a:ext>
            </a:extLst>
          </p:cNvPr>
          <p:cNvGrpSpPr/>
          <p:nvPr/>
        </p:nvGrpSpPr>
        <p:grpSpPr>
          <a:xfrm>
            <a:off x="196761" y="-59538"/>
            <a:ext cx="2567959" cy="2378247"/>
            <a:chOff x="1583703" y="1953369"/>
            <a:chExt cx="2567959" cy="237824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A07E0B3-7C65-56C5-6B42-C71FF2E674A3}"/>
                </a:ext>
              </a:extLst>
            </p:cNvPr>
            <p:cNvPicPr>
              <a:picLocks/>
            </p:cNvPicPr>
            <p:nvPr/>
          </p:nvPicPr>
          <p:blipFill>
            <a:blip r:embed="rId2"/>
            <a:srcRect l="33697" t="1476"/>
            <a:stretch>
              <a:fillRect/>
            </a:stretch>
          </p:blipFill>
          <p:spPr>
            <a:xfrm>
              <a:off x="1583703" y="2337847"/>
              <a:ext cx="2023411" cy="1536569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DE020EC-F295-3097-C480-438D510E0539}"/>
                </a:ext>
              </a:extLst>
            </p:cNvPr>
            <p:cNvPicPr>
              <a:picLocks/>
            </p:cNvPicPr>
            <p:nvPr/>
          </p:nvPicPr>
          <p:blipFill>
            <a:blip r:embed="rId2"/>
            <a:srcRect l="33697" t="1476"/>
            <a:stretch>
              <a:fillRect/>
            </a:stretch>
          </p:blipFill>
          <p:spPr>
            <a:xfrm>
              <a:off x="1736103" y="2490247"/>
              <a:ext cx="2023411" cy="1536569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5CBAAD5-48C4-B1D9-C65C-413E93EB9BFE}"/>
                </a:ext>
              </a:extLst>
            </p:cNvPr>
            <p:cNvPicPr>
              <a:picLocks/>
            </p:cNvPicPr>
            <p:nvPr/>
          </p:nvPicPr>
          <p:blipFill>
            <a:blip r:embed="rId2"/>
            <a:srcRect l="33697" t="1476"/>
            <a:stretch>
              <a:fillRect/>
            </a:stretch>
          </p:blipFill>
          <p:spPr>
            <a:xfrm>
              <a:off x="1888503" y="2642647"/>
              <a:ext cx="2023411" cy="153656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412D48E-2D6C-80E8-3AAB-9D522EEA53B0}"/>
                </a:ext>
              </a:extLst>
            </p:cNvPr>
            <p:cNvPicPr>
              <a:picLocks/>
            </p:cNvPicPr>
            <p:nvPr/>
          </p:nvPicPr>
          <p:blipFill>
            <a:blip r:embed="rId2"/>
            <a:srcRect l="33697" t="1476"/>
            <a:stretch>
              <a:fillRect/>
            </a:stretch>
          </p:blipFill>
          <p:spPr>
            <a:xfrm>
              <a:off x="2040903" y="2795047"/>
              <a:ext cx="2023411" cy="1536569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5DEE4F1-DC1E-F517-2E90-EF4BA8D7BD34}"/>
                </a:ext>
              </a:extLst>
            </p:cNvPr>
            <p:cNvSpPr txBox="1"/>
            <p:nvPr/>
          </p:nvSpPr>
          <p:spPr>
            <a:xfrm>
              <a:off x="1902791" y="1953369"/>
              <a:ext cx="15389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Video Frames</a:t>
              </a:r>
              <a:endParaRPr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0AE93D6-5968-A634-5A6E-80C831DA5A2F}"/>
                </a:ext>
              </a:extLst>
            </p:cNvPr>
            <p:cNvSpPr/>
            <p:nvPr/>
          </p:nvSpPr>
          <p:spPr>
            <a:xfrm flipV="1">
              <a:off x="3759514" y="240375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BE1A2A7-697D-43DB-FE05-8EFAFFCD7009}"/>
                </a:ext>
              </a:extLst>
            </p:cNvPr>
            <p:cNvSpPr/>
            <p:nvPr/>
          </p:nvSpPr>
          <p:spPr>
            <a:xfrm flipV="1">
              <a:off x="3832189" y="248114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BC083A1-A49F-52F0-D81C-05F29E308161}"/>
                </a:ext>
              </a:extLst>
            </p:cNvPr>
            <p:cNvSpPr/>
            <p:nvPr/>
          </p:nvSpPr>
          <p:spPr>
            <a:xfrm flipV="1">
              <a:off x="3959857" y="262210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F24BDAC5-FF8E-96BB-9A4E-5B52E0000CEB}"/>
                </a:ext>
              </a:extLst>
            </p:cNvPr>
            <p:cNvSpPr/>
            <p:nvPr/>
          </p:nvSpPr>
          <p:spPr>
            <a:xfrm flipV="1">
              <a:off x="3896128" y="2552735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1E417FED-9316-AA92-2C2B-3F049CC93F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54740" y="2276788"/>
              <a:ext cx="87527" cy="1024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AE66490A-F77D-9989-F3E2-CACD5E9E9460}"/>
                </a:ext>
              </a:extLst>
            </p:cNvPr>
            <p:cNvCxnSpPr>
              <a:cxnSpLocks/>
            </p:cNvCxnSpPr>
            <p:nvPr/>
          </p:nvCxnSpPr>
          <p:spPr>
            <a:xfrm>
              <a:off x="4025900" y="2683933"/>
              <a:ext cx="87025" cy="992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003CF5E-9DE2-C4D6-CA9F-1DDDF2E35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7114" y="2236840"/>
              <a:ext cx="77474" cy="798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C4CFFD93-9A16-BDF8-7A7E-F6FADE7EEE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4188" y="2743250"/>
              <a:ext cx="77474" cy="798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7DA1513-208E-9FD5-1238-7411BD91C680}"/>
              </a:ext>
            </a:extLst>
          </p:cNvPr>
          <p:cNvGrpSpPr/>
          <p:nvPr/>
        </p:nvGrpSpPr>
        <p:grpSpPr>
          <a:xfrm>
            <a:off x="3970715" y="782140"/>
            <a:ext cx="1723092" cy="1407359"/>
            <a:chOff x="4225039" y="3727354"/>
            <a:chExt cx="1723092" cy="140735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01C13F9-A9A2-4981-CCE3-D5932A220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5039" y="3783329"/>
              <a:ext cx="1331964" cy="1016754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ECF44D16-5532-B832-B287-A074397E8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9392" y="3895051"/>
              <a:ext cx="1331964" cy="1016754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11148C7-34C6-6A6F-1D76-56D49707C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0987" y="4006505"/>
              <a:ext cx="1331964" cy="1016754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A8A1B2FC-A056-5CA2-E642-1DF32B4CE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5744" y="4117959"/>
              <a:ext cx="1331964" cy="1016754"/>
            </a:xfrm>
            <a:prstGeom prst="rect">
              <a:avLst/>
            </a:prstGeom>
          </p:spPr>
        </p:pic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ED23D40F-C60A-F4F5-F513-E025F0F08719}"/>
                </a:ext>
              </a:extLst>
            </p:cNvPr>
            <p:cNvSpPr/>
            <p:nvPr/>
          </p:nvSpPr>
          <p:spPr>
            <a:xfrm flipV="1">
              <a:off x="5688598" y="3837824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87760010-5A65-DA19-6288-F250878FEC3B}"/>
                </a:ext>
              </a:extLst>
            </p:cNvPr>
            <p:cNvSpPr/>
            <p:nvPr/>
          </p:nvSpPr>
          <p:spPr>
            <a:xfrm flipV="1">
              <a:off x="5736696" y="3889041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FB2246DA-1D3F-12E2-FE6A-CB64359CB6D7}"/>
                </a:ext>
              </a:extLst>
            </p:cNvPr>
            <p:cNvSpPr/>
            <p:nvPr/>
          </p:nvSpPr>
          <p:spPr>
            <a:xfrm flipV="1">
              <a:off x="5821190" y="3982332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17F6F7CB-0A47-099C-962E-754C71172188}"/>
                </a:ext>
              </a:extLst>
            </p:cNvPr>
            <p:cNvSpPr/>
            <p:nvPr/>
          </p:nvSpPr>
          <p:spPr>
            <a:xfrm flipV="1">
              <a:off x="5779012" y="3936422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315C1093-3365-84F4-2C8E-994FD89BC2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9255" y="3753793"/>
              <a:ext cx="57928" cy="678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D42DF8BC-500C-B813-7BCD-7DDBAE5740D6}"/>
                </a:ext>
              </a:extLst>
            </p:cNvPr>
            <p:cNvCxnSpPr>
              <a:cxnSpLocks/>
            </p:cNvCxnSpPr>
            <p:nvPr/>
          </p:nvCxnSpPr>
          <p:spPr>
            <a:xfrm>
              <a:off x="5864899" y="4023252"/>
              <a:ext cx="57595" cy="65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6BBAF0E6-847F-5279-7F3D-5F2A2C5098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7735" y="3727354"/>
              <a:ext cx="51274" cy="528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62DED433-EDFA-937A-1DF0-1FF35152B8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96857" y="4062510"/>
              <a:ext cx="51274" cy="528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34D1A72-8F15-102E-5593-7105FEDC0968}"/>
              </a:ext>
            </a:extLst>
          </p:cNvPr>
          <p:cNvGrpSpPr/>
          <p:nvPr/>
        </p:nvGrpSpPr>
        <p:grpSpPr>
          <a:xfrm>
            <a:off x="7317432" y="876403"/>
            <a:ext cx="1738464" cy="1409075"/>
            <a:chOff x="1269914" y="3939895"/>
            <a:chExt cx="1738464" cy="1409075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48FA3904-6F5B-75F9-3F07-DB6D90EB9EC5}"/>
                </a:ext>
              </a:extLst>
            </p:cNvPr>
            <p:cNvPicPr>
              <a:picLocks/>
            </p:cNvPicPr>
            <p:nvPr/>
          </p:nvPicPr>
          <p:blipFill>
            <a:blip r:embed="rId4"/>
            <a:srcRect l="4592" t="-3664" r="14789" b="3664"/>
            <a:stretch>
              <a:fillRect/>
            </a:stretch>
          </p:blipFill>
          <p:spPr>
            <a:xfrm>
              <a:off x="1269914" y="3955506"/>
              <a:ext cx="1339147" cy="1065371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357AA1C5-9BA6-87E2-4F8A-4D8E7A609668}"/>
                </a:ext>
              </a:extLst>
            </p:cNvPr>
            <p:cNvPicPr>
              <a:picLocks/>
            </p:cNvPicPr>
            <p:nvPr/>
          </p:nvPicPr>
          <p:blipFill>
            <a:blip r:embed="rId4"/>
            <a:srcRect l="4592" t="-3664" r="14789" b="3664"/>
            <a:stretch>
              <a:fillRect/>
            </a:stretch>
          </p:blipFill>
          <p:spPr>
            <a:xfrm>
              <a:off x="1376788" y="4074889"/>
              <a:ext cx="1339147" cy="1065371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AF430C5D-3FA2-953F-4CB2-2508A8266CD2}"/>
                </a:ext>
              </a:extLst>
            </p:cNvPr>
            <p:cNvPicPr>
              <a:picLocks/>
            </p:cNvPicPr>
            <p:nvPr/>
          </p:nvPicPr>
          <p:blipFill>
            <a:blip r:embed="rId4"/>
            <a:srcRect l="4592" t="-3664" r="14789" b="3664"/>
            <a:stretch>
              <a:fillRect/>
            </a:stretch>
          </p:blipFill>
          <p:spPr>
            <a:xfrm>
              <a:off x="1500112" y="4181297"/>
              <a:ext cx="1339147" cy="1065371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E0FD6629-AB5E-9217-5562-EB8577FEBCC3}"/>
                </a:ext>
              </a:extLst>
            </p:cNvPr>
            <p:cNvPicPr>
              <a:picLocks/>
            </p:cNvPicPr>
            <p:nvPr/>
          </p:nvPicPr>
          <p:blipFill>
            <a:blip r:embed="rId4"/>
            <a:srcRect l="4592" t="-3664" r="14789" b="3664"/>
            <a:stretch>
              <a:fillRect/>
            </a:stretch>
          </p:blipFill>
          <p:spPr>
            <a:xfrm>
              <a:off x="1623436" y="4283599"/>
              <a:ext cx="1339147" cy="1065371"/>
            </a:xfrm>
            <a:prstGeom prst="rect">
              <a:avLst/>
            </a:prstGeom>
          </p:spPr>
        </p:pic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CAF9C44-4C7B-4126-1331-983CC586D6E1}"/>
                </a:ext>
              </a:extLst>
            </p:cNvPr>
            <p:cNvSpPr/>
            <p:nvPr/>
          </p:nvSpPr>
          <p:spPr>
            <a:xfrm flipV="1">
              <a:off x="2748845" y="4050365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B38C5459-9F4A-7DE0-55E7-52C4453F0808}"/>
                </a:ext>
              </a:extLst>
            </p:cNvPr>
            <p:cNvSpPr/>
            <p:nvPr/>
          </p:nvSpPr>
          <p:spPr>
            <a:xfrm flipV="1">
              <a:off x="2796943" y="4101582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939F6A7-E34E-8E56-01C1-00CE0FC64126}"/>
                </a:ext>
              </a:extLst>
            </p:cNvPr>
            <p:cNvSpPr/>
            <p:nvPr/>
          </p:nvSpPr>
          <p:spPr>
            <a:xfrm flipV="1">
              <a:off x="2881437" y="4194873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F0EEFE33-E9BB-0E86-DC6D-2586CA18177C}"/>
                </a:ext>
              </a:extLst>
            </p:cNvPr>
            <p:cNvSpPr/>
            <p:nvPr/>
          </p:nvSpPr>
          <p:spPr>
            <a:xfrm flipV="1">
              <a:off x="2839259" y="4148963"/>
              <a:ext cx="30258" cy="302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9B71EA56-B7C6-EB0E-7D1F-02BB0565CD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9502" y="3966334"/>
              <a:ext cx="57928" cy="678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06858386-212F-9904-24FD-12EC77ED9848}"/>
                </a:ext>
              </a:extLst>
            </p:cNvPr>
            <p:cNvCxnSpPr>
              <a:cxnSpLocks/>
            </p:cNvCxnSpPr>
            <p:nvPr/>
          </p:nvCxnSpPr>
          <p:spPr>
            <a:xfrm>
              <a:off x="2925146" y="4235793"/>
              <a:ext cx="57595" cy="65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CBB1D4B8-65D3-B399-5949-5E44B05274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7982" y="3939895"/>
              <a:ext cx="51274" cy="528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E0A8CCC4-ACDE-CB00-B638-3C0B36F22F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7104" y="4275051"/>
              <a:ext cx="51274" cy="528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6FD20302-ACD0-53DE-C856-17AD2BB04E88}"/>
              </a:ext>
            </a:extLst>
          </p:cNvPr>
          <p:cNvGrpSpPr/>
          <p:nvPr/>
        </p:nvGrpSpPr>
        <p:grpSpPr>
          <a:xfrm>
            <a:off x="707923" y="3099330"/>
            <a:ext cx="3367145" cy="1439962"/>
            <a:chOff x="3454834" y="3170048"/>
            <a:chExt cx="3367145" cy="1439962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FD8B7CFB-5ADE-75B0-B26C-A839091857C7}"/>
                </a:ext>
              </a:extLst>
            </p:cNvPr>
            <p:cNvSpPr/>
            <p:nvPr/>
          </p:nvSpPr>
          <p:spPr>
            <a:xfrm>
              <a:off x="3472680" y="3170048"/>
              <a:ext cx="3349299" cy="87263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DD2EC856-4381-7C9F-50CD-817B1D7ACC7C}"/>
                </a:ext>
              </a:extLst>
            </p:cNvPr>
            <p:cNvSpPr txBox="1"/>
            <p:nvPr/>
          </p:nvSpPr>
          <p:spPr>
            <a:xfrm>
              <a:off x="3454834" y="3194238"/>
              <a:ext cx="3362807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/>
                <a:t>Stage 1: a person raises a brush to their head</a:t>
              </a:r>
            </a:p>
            <a:p>
              <a:r>
                <a:rPr lang="en-US" altLang="zh-CN" sz="1000" b="1" dirty="0"/>
                <a:t>Stage 2: moves the brush through their hair repeatedly</a:t>
              </a:r>
            </a:p>
            <a:p>
              <a:endParaRPr lang="en-US" altLang="zh-CN" sz="1000" b="1" dirty="0"/>
            </a:p>
            <a:p>
              <a:endParaRPr lang="en-US" altLang="zh-CN" sz="1000" b="1" dirty="0"/>
            </a:p>
            <a:p>
              <a:r>
                <a:rPr lang="en-US" altLang="zh-CN" sz="1000" b="1" dirty="0"/>
                <a:t>Stage n:  ……</a:t>
              </a:r>
            </a:p>
            <a:p>
              <a:endParaRPr lang="en-US" altLang="zh-CN" dirty="0"/>
            </a:p>
            <a:p>
              <a:endParaRPr lang="zh-CN" altLang="en-US" dirty="0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2B601A54-1BA2-B7E9-64AF-5775F8389CEA}"/>
                </a:ext>
              </a:extLst>
            </p:cNvPr>
            <p:cNvGrpSpPr/>
            <p:nvPr/>
          </p:nvGrpSpPr>
          <p:grpSpPr>
            <a:xfrm rot="2670772">
              <a:off x="3668237" y="3613449"/>
              <a:ext cx="182333" cy="194698"/>
              <a:chOff x="7028857" y="5016312"/>
              <a:chExt cx="182333" cy="194698"/>
            </a:xfrm>
          </p:grpSpPr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6EEEFFED-3C7E-21C4-0F59-0FCAC91C5B91}"/>
                  </a:ext>
                </a:extLst>
              </p:cNvPr>
              <p:cNvSpPr/>
              <p:nvPr/>
            </p:nvSpPr>
            <p:spPr>
              <a:xfrm rot="1734186" flipV="1">
                <a:off x="7028857" y="501631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F96F4797-0ADA-DEA6-CE9B-9A40B865638A}"/>
                  </a:ext>
                </a:extLst>
              </p:cNvPr>
              <p:cNvSpPr/>
              <p:nvPr/>
            </p:nvSpPr>
            <p:spPr>
              <a:xfrm rot="1734186" flipV="1">
                <a:off x="7101532" y="509370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BEF8ECC9-EC23-DD84-279B-D98070504B57}"/>
                  </a:ext>
                </a:extLst>
              </p:cNvPr>
              <p:cNvSpPr/>
              <p:nvPr/>
            </p:nvSpPr>
            <p:spPr>
              <a:xfrm rot="1734186" flipV="1">
                <a:off x="7165471" y="516529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3668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70</Words>
  <Application>Microsoft Office PowerPoint</Application>
  <PresentationFormat>宽屏</PresentationFormat>
  <Paragraphs>23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 w</dc:creator>
  <cp:lastModifiedBy>w w</cp:lastModifiedBy>
  <cp:revision>2</cp:revision>
  <dcterms:created xsi:type="dcterms:W3CDTF">2026-03-30T11:34:59Z</dcterms:created>
  <dcterms:modified xsi:type="dcterms:W3CDTF">2026-04-10T12:35:14Z</dcterms:modified>
</cp:coreProperties>
</file>